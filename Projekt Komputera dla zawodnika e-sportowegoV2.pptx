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2" r:id="rId1"/>
  </p:sldMasterIdLst>
  <p:notesMasterIdLst>
    <p:notesMasterId r:id="rId15"/>
  </p:notesMasterIdLst>
  <p:sldIdLst>
    <p:sldId id="256" r:id="rId2"/>
    <p:sldId id="267" r:id="rId3"/>
    <p:sldId id="268" r:id="rId4"/>
    <p:sldId id="257" r:id="rId5"/>
    <p:sldId id="258" r:id="rId6"/>
    <p:sldId id="259" r:id="rId7"/>
    <p:sldId id="263" r:id="rId8"/>
    <p:sldId id="266" r:id="rId9"/>
    <p:sldId id="269" r:id="rId10"/>
    <p:sldId id="270" r:id="rId11"/>
    <p:sldId id="260" r:id="rId12"/>
    <p:sldId id="264" r:id="rId13"/>
    <p:sldId id="261" r:id="rId1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1EBA3D-B88F-49E8-A609-8CDF882637CB}">
  <a:tblStyle styleId="{FA1EBA3D-B88F-49E8-A609-8CDF882637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91e8cff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f91e8cff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f91e8cff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f91e8cff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f91e8cff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f91e8cff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91e8cff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91e8cff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f91e8cffb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f91e8cffb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2116157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300987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6628775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1430284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41772926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7895296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42571252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8178713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4683332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1691063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6706103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639711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1031863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02008310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2623987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14110900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07381141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49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4523825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1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USTAWIENIA ESPORTOWE 2025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037"/>
              <a:buFont typeface="Arial"/>
              <a:buNone/>
            </a:pPr>
            <a:r>
              <a:rPr lang="pl" sz="3220" dirty="0">
                <a:solidFill>
                  <a:schemeClr val="tx1">
                    <a:lumMod val="95000"/>
                  </a:schemeClr>
                </a:solidFill>
              </a:rPr>
              <a:t>Kolekcja dla najlepszych graczy</a:t>
            </a:r>
            <a:endParaRPr sz="118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2F1FA-C927-6666-0DA8-BCF9623B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2" y="129092"/>
            <a:ext cx="8113437" cy="1756858"/>
          </a:xfrm>
        </p:spPr>
        <p:txBody>
          <a:bodyPr/>
          <a:lstStyle/>
          <a:p>
            <a:r>
              <a:rPr lang="pl-PL" sz="4800" dirty="0"/>
              <a:t>Kim</a:t>
            </a:r>
            <a:r>
              <a:rPr lang="pl-PL" dirty="0"/>
              <a:t> jest profesjonalny gracz e-sportowy?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EFE701-591B-6F54-6388-C3A345E00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000" dirty="0">
                <a:solidFill>
                  <a:schemeClr val="tx1">
                    <a:lumMod val="95000"/>
                  </a:schemeClr>
                </a:solidFill>
              </a:rPr>
              <a:t>Profesjonalny gracz e-sportowy to osoba, która gra w gry jako pełnoprawny zawód. Rywalizuje w turniejach na najwyższym poziomie, reprezentując drużyny, organizacje lub sponsorów, praca ta wymaga </a:t>
            </a:r>
            <a:r>
              <a:rPr lang="pl-PL" sz="2000" dirty="0" err="1">
                <a:solidFill>
                  <a:schemeClr val="tx1">
                    <a:lumMod val="95000"/>
                  </a:schemeClr>
                </a:solidFill>
              </a:rPr>
              <a:t>skilla</a:t>
            </a:r>
            <a:r>
              <a:rPr lang="pl-PL" sz="2000" dirty="0">
                <a:solidFill>
                  <a:schemeClr val="tx1">
                    <a:lumMod val="95000"/>
                  </a:schemeClr>
                </a:solidFill>
              </a:rPr>
              <a:t> i zwłaszcza doskonałego sprzętu.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80795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AC7361-D8CF-FE91-FF52-5480DFB6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83" y="263562"/>
            <a:ext cx="7429499" cy="1428750"/>
          </a:xfrm>
        </p:spPr>
        <p:txBody>
          <a:bodyPr>
            <a:normAutofit/>
          </a:bodyPr>
          <a:lstStyle/>
          <a:p>
            <a:r>
              <a:rPr lang="pl-PL" sz="3200" dirty="0"/>
              <a:t>Dlaczego powinieneś kupić sprzęt od nas?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AB72CE-6EBC-A97D-2A4B-9C4D0EA13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2400" dirty="0">
                <a:solidFill>
                  <a:schemeClr val="tx1">
                    <a:lumMod val="95000"/>
                  </a:schemeClr>
                </a:solidFill>
              </a:rPr>
              <a:t>Z naszym sprzętem nie grasz  a dominujesz. Przestań marzyć o zwycięstwach, zacznij je zdobywać.</a:t>
            </a:r>
          </a:p>
          <a:p>
            <a:pPr algn="ctr"/>
            <a:r>
              <a:rPr lang="pl-PL" sz="2400" dirty="0">
                <a:solidFill>
                  <a:schemeClr val="tx1">
                    <a:lumMod val="95000"/>
                  </a:schemeClr>
                </a:solidFill>
              </a:rPr>
              <a:t>Każda sekunda ma wagę złota w grze, wybierz dobrze.</a:t>
            </a:r>
          </a:p>
          <a:p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48177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ZESTAW A – BUDŻETOWY PRO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Maksimum FPS za rozsądną cenę – idealny setup treningowy dla ambitnego gracza e-sportowego. 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CPU: Intel Core i5-14600KF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GPU: NVIDIA GeForce RTX 4070 Super (12 GB GDDR6X)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RAM: 16 GB DDR5 6000 MHz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SSD: Samsung 980 PRO 1 TB NVMe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Płyta główna: MSI B760 Tomahawk WiFi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Zasilacz: be quiet! Pure Power 11 750 W Gold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Chłodzenie: DeepCool AK400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Obudowa: NZXT H5 Flow 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Szacunkowy koszt: 9 000 – 10 500 PLN 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ZESTAW B – ZBALANSOWANY PRO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Perfekcyjna równowaga między mocą a precyzją – setup dla profesjonalnego gracza i streamera. 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CPU: AMD Ryzen 7 7800X3D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GPU: NVIDIA GeForce RTX 4080 (16 GB GDDR6X)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RAM: 32 GB DDR5 6400 MHz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SSD: Samsung 990 PRO 2 TB NVMe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Płyta główna: Gigabyte X670E AORUS MASTER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Zasilacz: Corsair RM850x Gold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Chłodzenie: Corsair iCUE H150i 360 mm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Obudowa: Lian Li Lancool III 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Szacunkowy koszt: 16 000 – 24 000 PLN 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ZESTAW C – POTWÓR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609458" y="307287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Absolutna dominacja – komputer bez limitu budżetu dla zawodnika klasy światowej.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GPU: NVIDIA GeForce RTX 5090 (32 GB GDDR7)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CPU: AMD Ryzen 9 7950X3D / Intel Core i9-14900K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RAM: 64 GB DDR5 6800 MHz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SSD: 2 × Samsung 990 PRO 2 TB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Płyta główna: ASUS ROG Crosshair X670E Hero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Zasilacz: Seasonic Prime TX 1200 W Platinum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Chłodzenie: Custom loop / Corsair iCUE Link 420 mm </a:t>
            </a:r>
            <a:br>
              <a:rPr lang="pl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• Obudowa: Lian Li O11 Dynamic XL 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dirty="0">
                <a:solidFill>
                  <a:schemeClr val="tx1">
                    <a:lumMod val="95000"/>
                  </a:schemeClr>
                </a:solidFill>
              </a:rPr>
              <a:t>Szacunkowy koszt: 35 000 – 60 000 PLN 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592C72-91C2-7110-B5BD-7BF28728F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0310"/>
            <a:ext cx="4937760" cy="1894019"/>
          </a:xfrm>
        </p:spPr>
        <p:txBody>
          <a:bodyPr>
            <a:normAutofit/>
          </a:bodyPr>
          <a:lstStyle/>
          <a:p>
            <a:r>
              <a:rPr lang="pl-PL" sz="3600" dirty="0"/>
              <a:t>Dodatkowy sprzęt do kupna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21BA6D1-18C4-2B45-B0DD-0B530CB9F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7760" y="1136971"/>
            <a:ext cx="4166400" cy="4006529"/>
          </a:xfrm>
        </p:spPr>
        <p:txBody>
          <a:bodyPr>
            <a:normAutofit/>
          </a:bodyPr>
          <a:lstStyle/>
          <a:p>
            <a:pPr algn="ctr"/>
            <a:r>
              <a:rPr lang="pl-PL" sz="2400" dirty="0"/>
              <a:t>Następne slajdy będą dotyczyć dodatkowego sprzętu do zakupu. </a:t>
            </a:r>
          </a:p>
          <a:p>
            <a:pPr algn="ctr"/>
            <a:r>
              <a:rPr lang="pl-PL" sz="2400" dirty="0"/>
              <a:t>Każda milisekunda się liczy.</a:t>
            </a:r>
          </a:p>
        </p:txBody>
      </p:sp>
    </p:spTree>
    <p:extLst>
      <p:ext uri="{BB962C8B-B14F-4D97-AF65-F5344CB8AC3E}">
        <p14:creationId xmlns:p14="http://schemas.microsoft.com/office/powerpoint/2010/main" val="324834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CF969E-0636-D133-3BFC-19CB98314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4" y="161365"/>
            <a:ext cx="4260275" cy="2848460"/>
          </a:xfrm>
        </p:spPr>
        <p:txBody>
          <a:bodyPr/>
          <a:lstStyle/>
          <a:p>
            <a:r>
              <a:rPr lang="pl-PL" dirty="0"/>
              <a:t>ZESTAW 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6C24AD-8120-B2A5-2A6F-D2A6DF4EF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65140" y="1338230"/>
            <a:ext cx="647885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Słuchawki: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HyperX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Alpha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doskonały stosunek jakości do ceny; wygodne, dobrze izolujące nauszniki i rzetelny mikrofon (dobry stosunek jakości dźwięku do ceny). </a:t>
            </a: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Mysz: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Logitech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G305 LIGHTSPEED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budżetowy, bezprzewodowy odbiornik LIGHTSPEED, niska latencja, solidna trwałość baterii — świetny wybór gdy liczy się stabilność połączenia.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Klawiatura: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Redragon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K552 (Kumara)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TKL, mechaniczne przełączniki, niskie opóźnienia i bardzo przystępna cena — popularna opcja „pierwszej profesjonalnej klawiatury”. </a:t>
            </a:r>
          </a:p>
        </p:txBody>
      </p:sp>
    </p:spTree>
    <p:extLst>
      <p:ext uri="{BB962C8B-B14F-4D97-AF65-F5344CB8AC3E}">
        <p14:creationId xmlns:p14="http://schemas.microsoft.com/office/powerpoint/2010/main" val="2945936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8B154CF6-A940-9150-7CA8-825573B9FBF1}"/>
              </a:ext>
            </a:extLst>
          </p:cNvPr>
          <p:cNvSpPr txBox="1">
            <a:spLocks/>
          </p:cNvSpPr>
          <p:nvPr/>
        </p:nvSpPr>
        <p:spPr>
          <a:xfrm>
            <a:off x="150607" y="161365"/>
            <a:ext cx="4421392" cy="26033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400" kern="1200" cap="all">
                <a:ln w="3175" cmpd="sng">
                  <a:noFill/>
                </a:ln>
                <a:solidFill>
                  <a:schemeClr val="l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lvl="1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pl-PL" dirty="0"/>
              <a:t>ZESTAW B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A50A6C-C447-A3B2-B4F7-155D801A4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43953" y="1463040"/>
            <a:ext cx="710004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Słuchawki: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Logitech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 PRO X 2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profilowany pod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esport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klarowny dźwięk pozycyjny i świetny mikrofon z opcjami ustawień, wygoda podczas długich treningów.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Mysz: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Razer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Viper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V3 Pro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(lub równoważna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ultralight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 niską latencją) — lekka, precyzyjna, zaprojektowana z myślą o FPS/reakcjach; szybkie przełączniki i dobry sensor. (alternatywy: Model O2,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Viper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V2 Pro).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Klawiatura: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NuPhy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Field75 HE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wysokiej klasy przełączniki Hall-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(regulacja punktu aktywacji), bardzo wysoka częstotliwość próbkowania (przydatne w ultra-szybkich rozgrywkach) i kompaktowy układ 75%. </a:t>
            </a:r>
          </a:p>
        </p:txBody>
      </p:sp>
    </p:spTree>
    <p:extLst>
      <p:ext uri="{BB962C8B-B14F-4D97-AF65-F5344CB8AC3E}">
        <p14:creationId xmlns:p14="http://schemas.microsoft.com/office/powerpoint/2010/main" val="668770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D3B1367E-81B1-5D72-794C-EEA181617F33}"/>
              </a:ext>
            </a:extLst>
          </p:cNvPr>
          <p:cNvSpPr txBox="1">
            <a:spLocks/>
          </p:cNvSpPr>
          <p:nvPr/>
        </p:nvSpPr>
        <p:spPr>
          <a:xfrm>
            <a:off x="150607" y="161365"/>
            <a:ext cx="4421392" cy="26033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400" kern="1200" cap="all">
                <a:ln w="3175" cmpd="sng">
                  <a:noFill/>
                </a:ln>
                <a:solidFill>
                  <a:schemeClr val="l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lvl="1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eaLnBrk="1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pl-PL" dirty="0"/>
              <a:t>ZESTAW C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C7224D8-A1D4-43EC-C3CF-BBB9872D3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26833" y="576350"/>
            <a:ext cx="658379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Słuchawki: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Audeze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Maxwell Wireless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model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audiophile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gaming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planar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magnetic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dla wyjątkowej klarowności, bardzo dobry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staging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 jakość mikrofonu/komunikacji —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dla zawodników wymagających perfekcji w orientacji dźwiękowej. </a:t>
            </a: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Mysz: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Logitech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 Pro X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Superlight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esports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powerhouse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— ultra-lekka, topowy sensor i niskie opóźnienia; to obecnie standard w środowisku pro FPS. (inne topowe: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Razer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DeathAdder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V4 Pro — też mocny kandydat).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Klawiatura: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Razer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Huntsman</a:t>
            </a:r>
            <a:r>
              <a:rPr kumimoji="0" lang="pl-PL" altLang="pl-P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V3 Pro (8kHz)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keyboard zaprojektowany z myślą o e-sporcie: ekstremalnie wysoka częstotliwość próbkowania (8 000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Hz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szybkie przełączniki optyczne/analogowe i funkcje </a:t>
            </a:r>
            <a:r>
              <a:rPr kumimoji="0" lang="pl-PL" altLang="pl-P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hardware’owe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przyspieszające rejestrację naciśnięć. </a:t>
            </a:r>
          </a:p>
        </p:txBody>
      </p:sp>
    </p:spTree>
    <p:extLst>
      <p:ext uri="{BB962C8B-B14F-4D97-AF65-F5344CB8AC3E}">
        <p14:creationId xmlns:p14="http://schemas.microsoft.com/office/powerpoint/2010/main" val="366014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TABELA PORÓWNAWCZA</a:t>
            </a:r>
            <a:endParaRPr/>
          </a:p>
        </p:txBody>
      </p:sp>
      <p:graphicFrame>
        <p:nvGraphicFramePr>
          <p:cNvPr id="89" name="Google Shape;89;p17"/>
          <p:cNvGraphicFramePr/>
          <p:nvPr>
            <p:extLst>
              <p:ext uri="{D42A27DB-BD31-4B8C-83A1-F6EECF244321}">
                <p14:modId xmlns:p14="http://schemas.microsoft.com/office/powerpoint/2010/main" val="3715810850"/>
              </p:ext>
            </p:extLst>
          </p:nvPr>
        </p:nvGraphicFramePr>
        <p:xfrm>
          <a:off x="311700" y="1736275"/>
          <a:ext cx="8520600" cy="2241175"/>
        </p:xfrm>
        <a:graphic>
          <a:graphicData uri="http://schemas.openxmlformats.org/drawingml/2006/table">
            <a:tbl>
              <a:tblPr>
                <a:noFill/>
                <a:tableStyleId>{FA1EBA3D-B88F-49E8-A609-8CDF882637CB}</a:tableStyleId>
              </a:tblPr>
              <a:tblGrid>
                <a:gridCol w="184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Zestaw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CPU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GPU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RAM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Cena (PLN)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Zastosowanie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A – Budżetowy Pro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i5-14600KF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RTX 4070S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16 GB DDR5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9k–10.5k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E-sport / trening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B – Zbalansowany Pro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Ryzen 7 7800X3D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RTX 4080</a:t>
                      </a:r>
                      <a:endParaRPr dirty="0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32 GB DDR5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16k–24k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E-sport / streaming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C – Potwór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Ryzen 9 7950X3D 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RTX 5090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64 GB DDR5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35k–60k</a:t>
                      </a:r>
                      <a:endParaRPr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4K / content creation</a:t>
                      </a:r>
                      <a:endParaRPr dirty="0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6103B9-3451-4B3E-F03E-AE91CF4E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Linki do cen na morele</a:t>
            </a:r>
          </a:p>
        </p:txBody>
      </p:sp>
    </p:spTree>
    <p:extLst>
      <p:ext uri="{BB962C8B-B14F-4D97-AF65-F5344CB8AC3E}">
        <p14:creationId xmlns:p14="http://schemas.microsoft.com/office/powerpoint/2010/main" val="311502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1620600" y="1828800"/>
            <a:ext cx="59028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2700"/>
              <a:t>Dziękujemy za przejrzenie propozycji zapewnianego przez nas sprzętu</a:t>
            </a:r>
            <a:endParaRPr sz="2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iatka">
  <a:themeElements>
    <a:clrScheme name="Siatk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iatk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iatk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TM03457485[[fn=Siatka]]</Template>
  <TotalTime>0</TotalTime>
  <Words>795</Words>
  <Application>Microsoft Office PowerPoint</Application>
  <PresentationFormat>Pokaz na ekranie (16:9)</PresentationFormat>
  <Paragraphs>59</Paragraphs>
  <Slides>13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Roboto</vt:lpstr>
      <vt:lpstr>Siatka</vt:lpstr>
      <vt:lpstr>USTAWIENIA ESPORTOWE 2025</vt:lpstr>
      <vt:lpstr>Kim jest profesjonalny gracz e-sportowy? </vt:lpstr>
      <vt:lpstr>Dlaczego powinieneś kupić sprzęt od nas?</vt:lpstr>
      <vt:lpstr>ZESTAW A – BUDŻETOWY PRO</vt:lpstr>
      <vt:lpstr>ZESTAW B – ZBALANSOWANY PRO</vt:lpstr>
      <vt:lpstr>ZESTAW C – POTWÓR</vt:lpstr>
      <vt:lpstr>Dodatkowy sprzęt do kupna</vt:lpstr>
      <vt:lpstr>ZESTAW A</vt:lpstr>
      <vt:lpstr>Prezentacja programu PowerPoint</vt:lpstr>
      <vt:lpstr>Prezentacja programu PowerPoint</vt:lpstr>
      <vt:lpstr>TABELA PORÓWNAWCZA</vt:lpstr>
      <vt:lpstr>Linki do cen na morele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Aleks Mazur</dc:creator>
  <cp:lastModifiedBy>Aleks Mazur</cp:lastModifiedBy>
  <cp:revision>1</cp:revision>
  <dcterms:modified xsi:type="dcterms:W3CDTF">2025-11-05T12:30:54Z</dcterms:modified>
</cp:coreProperties>
</file>