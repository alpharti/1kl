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1EBA3D-B88F-49E8-A609-8CDF882637CB}">
  <a:tblStyle styleId="{FA1EBA3D-B88F-49E8-A609-8CDF882637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-regular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91e8cff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f91e8cff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f91e8cff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f91e8cff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f91e8cff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f91e8cff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91e8cff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91e8cff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f91e8cff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f91e8cff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USTAWIENIA ESPORTOWE 2025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9037"/>
              <a:buFont typeface="Arial"/>
              <a:buNone/>
            </a:pPr>
            <a:r>
              <a:rPr lang="pl" sz="3220">
                <a:solidFill>
                  <a:schemeClr val="dk1"/>
                </a:solidFill>
              </a:rPr>
              <a:t>Kolekcja dla najlepszych graczy</a:t>
            </a:r>
            <a:endParaRPr sz="11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ZESTAW A – BUDŻETOWY PRO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Maksimum FPS za rozsądną cenę – idealny setup treningowy dla ambitnego gracza e-sportowego.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• CPU: Intel Core i5-14600KF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GPU: NVIDIA GeForce RTX 4070 Super (12 GB GDDR6X)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RAM: 16 GB DDR5 6000 MHz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SSD: Samsung 980 PRO 1 TB NVMe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Płyta </a:t>
            </a:r>
            <a:r>
              <a:rPr lang="pl">
                <a:solidFill>
                  <a:schemeClr val="dk1"/>
                </a:solidFill>
              </a:rPr>
              <a:t>główna</a:t>
            </a:r>
            <a:r>
              <a:rPr lang="pl">
                <a:solidFill>
                  <a:schemeClr val="dk1"/>
                </a:solidFill>
              </a:rPr>
              <a:t>: MSI B760 Tomahawk WiFi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Zasilacz: be quiet! Pure Power 11 750 W Gold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</a:t>
            </a:r>
            <a:r>
              <a:rPr lang="pl">
                <a:solidFill>
                  <a:schemeClr val="dk1"/>
                </a:solidFill>
              </a:rPr>
              <a:t>Chłodzenie</a:t>
            </a:r>
            <a:r>
              <a:rPr lang="pl">
                <a:solidFill>
                  <a:schemeClr val="dk1"/>
                </a:solidFill>
              </a:rPr>
              <a:t>: DeepCool AK400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Obudowa: NZXT H5 Flow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Szacunkowy koszt: 9 000 – 10 500 PLN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ZESTAW B – ZBALANSOWANY PRO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Perfekcyjna równowaga między mocą a precyzją – setup dla profesjonalnego gracza i streamera.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• CPU: AMD Ryzen 7 7800X3D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GPU: NVIDIA GeForce RTX 4080 (16 GB GDDR6X)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RAM: 32 GB DDR5 6400 MHz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SSD: Samsung 990 PRO 2 TB NVMe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Płyta </a:t>
            </a:r>
            <a:r>
              <a:rPr lang="pl">
                <a:solidFill>
                  <a:schemeClr val="dk1"/>
                </a:solidFill>
              </a:rPr>
              <a:t>główna</a:t>
            </a:r>
            <a:r>
              <a:rPr lang="pl">
                <a:solidFill>
                  <a:schemeClr val="dk1"/>
                </a:solidFill>
              </a:rPr>
              <a:t>: Gigabyte X670E AORUS MASTER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Zasilacz: Corsair RM850x Gold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</a:t>
            </a:r>
            <a:r>
              <a:rPr lang="pl">
                <a:solidFill>
                  <a:schemeClr val="dk1"/>
                </a:solidFill>
              </a:rPr>
              <a:t>Chłodzenie</a:t>
            </a:r>
            <a:r>
              <a:rPr lang="pl">
                <a:solidFill>
                  <a:schemeClr val="dk1"/>
                </a:solidFill>
              </a:rPr>
              <a:t>: Corsair iCUE H150i 360 mm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Obudowa: Lian Li Lancool III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Szacunkowy koszt: 16 000 – 24 000 PLN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ZESTAW C – POTWÓR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Absolutna dominacja – komputer bez limitu budżetu dla zawodnika klasy światowej.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• GPU: NVIDIA GeForce RTX 5090 (32 GB GDDR7)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CPU: AMD Ryzen 9 7950X3D / Intel Core i9-14900K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RAM: 64 GB DDR5 6800 MHz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SSD: 2 × Samsung 990 PRO 2 TB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Płyta </a:t>
            </a:r>
            <a:r>
              <a:rPr lang="pl">
                <a:solidFill>
                  <a:schemeClr val="dk1"/>
                </a:solidFill>
              </a:rPr>
              <a:t>główna</a:t>
            </a:r>
            <a:r>
              <a:rPr lang="pl">
                <a:solidFill>
                  <a:schemeClr val="dk1"/>
                </a:solidFill>
              </a:rPr>
              <a:t>: ASUS ROG Crosshair X670E Hero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Zasilacz: Seasonic Prime TX 1200 W Platinum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Chłodzenie: Custom loop / Corsair iCUE Link 420 mm </a:t>
            </a:r>
            <a:br>
              <a:rPr lang="pl">
                <a:solidFill>
                  <a:schemeClr val="dk1"/>
                </a:solidFill>
              </a:rPr>
            </a:br>
            <a:r>
              <a:rPr lang="pl">
                <a:solidFill>
                  <a:schemeClr val="dk1"/>
                </a:solidFill>
              </a:rPr>
              <a:t>• Obudowa: Lian Li O11 Dynamic XL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Szacunkowy koszt: 35 000 – 60 000 PLN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TABELA PORÓWNAWCZA</a:t>
            </a:r>
            <a:endParaRPr/>
          </a:p>
        </p:txBody>
      </p:sp>
      <p:graphicFrame>
        <p:nvGraphicFramePr>
          <p:cNvPr id="89" name="Google Shape;89;p17"/>
          <p:cNvGraphicFramePr/>
          <p:nvPr/>
        </p:nvGraphicFramePr>
        <p:xfrm>
          <a:off x="311700" y="173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{FA1EBA3D-B88F-49E8-A609-8CDF882637CB}</a:tableStyleId>
              </a:tblPr>
              <a:tblGrid>
                <a:gridCol w="1847300"/>
                <a:gridCol w="1206500"/>
                <a:gridCol w="1206500"/>
                <a:gridCol w="1206500"/>
                <a:gridCol w="1206500"/>
                <a:gridCol w="1847300"/>
              </a:tblGrid>
              <a:tr h="39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Zestaw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CPU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GPU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Cena (PLN)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Zastosowanie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A</a:t>
                      </a:r>
                      <a:r>
                        <a:rPr lang="pl"/>
                        <a:t> – Budżetowy Pro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i5-14600KF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RTX 4070S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16 GB DDR5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9k–10.5k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E-sport / trening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B</a:t>
                      </a:r>
                      <a:r>
                        <a:rPr lang="pl"/>
                        <a:t> – Zbalansowany Pro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Ryzen 7 7800X3D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RTX 4080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32 GB DDR5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16k–24k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E-sport / streaming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C – Potwór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Ryzen 9 7950X3D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RTX 5090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64 GB DDR5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35k–60k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4K / content creation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1620600" y="1828800"/>
            <a:ext cx="59028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700"/>
              <a:t>D</a:t>
            </a:r>
            <a:r>
              <a:rPr lang="pl" sz="2700"/>
              <a:t>ziękujemy</a:t>
            </a:r>
            <a:r>
              <a:rPr lang="pl" sz="2700"/>
              <a:t> za przejrzenie propozycji zapewnianego przez nas </a:t>
            </a:r>
            <a:r>
              <a:rPr lang="pl" sz="2700"/>
              <a:t>sprzętu</a:t>
            </a:r>
            <a:endParaRPr sz="2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